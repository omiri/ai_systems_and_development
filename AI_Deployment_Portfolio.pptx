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SYSTEMS &amp; DEPLOYMENT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AnalystLab Africa | Batch A Portfolio | Week 7</a:t>
            </a:r>
          </a:p>
          <a:p>
            <a:r>
              <a:t>Presenter: Pius Omirida Otumala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Journey to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Transitioning from isolated notebooks to live software systems.</a:t>
            </a:r>
          </a:p>
          <a:p>
            <a:r>
              <a:t>• Shifting gears from model training to production inference utilities.</a:t>
            </a:r>
          </a:p>
          <a:p>
            <a:r>
              <a:t>• Bypassing local runtime execution boundaries to build web accessible apps.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1: Model 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Freezing the Intelligence using Joblib:</a:t>
            </a:r>
          </a:p>
          <a:p>
            <a:r>
              <a:t>• Captured weights and decision parameters into a clean '.joblib' binary layout.</a:t>
            </a:r>
          </a:p>
          <a:p>
            <a:r>
              <a:t>• Completely avoids the runtime cost of retraining the model on incoming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2: API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Serving Layer with FastAPI:</a:t>
            </a:r>
          </a:p>
          <a:p>
            <a:r>
              <a:t>• Built asynchronous endpoint routes using Python framework rules.</a:t>
            </a:r>
          </a:p>
          <a:p>
            <a:r>
              <a:t>• Enforced clear model inputs via Pydantic type validation constraints.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3: Cloud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Hosting on Production Infrastructure:</a:t>
            </a:r>
          </a:p>
          <a:p>
            <a:r>
              <a:t>• Version controlled via GitHub to ensure smooth source tracking mappings.</a:t>
            </a:r>
          </a:p>
          <a:p>
            <a:r>
              <a:t>• Hosted on Render Web Services to deliver a live, public interface URL endpoint.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4: Validation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 and System Metrics:</a:t>
            </a:r>
          </a:p>
          <a:p>
            <a:r>
              <a:t>• Confirmed 82% baseline accuracy mapping trends on the model core.</a:t>
            </a:r>
          </a:p>
          <a:p>
            <a:r>
              <a:t>• Verified live JSON responses show ~81.5% survival probability for first-class female inputs.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GitHub: github.com/omiri/ai_systems_and_development</a:t>
            </a:r>
          </a:p>
          <a:p>
            <a:r>
              <a:t>Presenter: Pius Omirida Otumala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